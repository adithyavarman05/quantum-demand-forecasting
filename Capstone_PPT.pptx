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</a:defRPr>
            </a:pPr>
            <a:r>
              <a:t>⚡ Quantum AI-based Electricity</a:t>
            </a:r>
            <a:br/>
            <a:r>
              <a:t>Demand Forecasting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D0E0"/>
                </a:solidFill>
              </a:defRPr>
            </a:pPr>
            <a:r>
              <a:t>Hybrid Variational Quantum Circuit (VQC) vs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Adithya Varman Nandhivarman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0D0E0"/>
                </a:solidFill>
              </a:defRPr>
            </a:pPr>
            <a:r>
              <a:t>Course: 23CSE304  •  Quantum Computing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Accurate short-term electricity demand forecasting is critical for grid stability and cost optimization.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Classical models (e.g., Linear Regression) are fast but may miss complex nonlinear patterns.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Can hybrid quantum-classical machine learning models improve forecasting accuracy?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This project investigates a Variational Quantum Circuit (VQC) for hourly electricity demand prediction.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Dataset: AEP hourly electricity consumption from PJM Interconnection (Kaggle).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Build a hybrid quantum-classical regression model using PennyLane's Variational Quantum Circuit.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Compare VQC performance against a classical Linear Regression baseline.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Evaluate using MAE, RMSE, and R² on real-world hourly electricity demand data.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Deploy an interactive Streamlit web app for live predictions and result visualization.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Provide honest analysis: report whether quantum advantage is observed at this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Proposed Algorithm: Hybrid VQC Regressor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Step 1: Create 4 lag features from hourly demand (t-4, t-3, t-2, t-1) → predict t.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Step 2: Scale features to [0,1] and target to [-1,1] (MinMaxScaler, fit on train only).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Step 3: Encode inputs via AngleEmbedding (RX gates, angle = π × x) on 4 qubits.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Step 4: Apply StronglyEntanglingLayers (2 layers, 24 params: Rot + CNOT entanglement).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Step 5: Measure ⟨Z₀⟩ as output, optimize MSE loss with Adam (lr=0.05, 80 epochs).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Proposed Algorithm: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1. Load AEP_hourly.csv, sort by Datetime, take first 1500 rows</a:t>
            </a:r>
          </a:p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2. Create lag matrix X[i] = [demand[i-4], ..., demand[i-1]], y[i] = demand[i]</a:t>
            </a:r>
          </a:p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3. Split 80/20 chronologically → X_train, X_test, y_train, y_test</a:t>
            </a:r>
          </a:p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4. Fit MinMaxScaler on train; transform both train and test</a:t>
            </a:r>
          </a:p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5. Initialize VQC weights θ ~ Uniform(0, 2π), shape = (2, 4, 3)</a:t>
            </a:r>
          </a:p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6. FOR epoch = 1 to 80:</a:t>
            </a:r>
          </a:p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      loss = MSE( VQC(X_train, θ), y_train )</a:t>
            </a:r>
          </a:p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      θ ← Adam_update(θ, ∇loss)     # backprop on simulator</a:t>
            </a:r>
          </a:p>
          <a:p>
            <a:pPr>
              <a:spcAft>
                <a:spcPts val="800"/>
              </a:spcAft>
              <a:defRPr sz="1500">
                <a:solidFill>
                  <a:srgbClr val="D0D0E0"/>
                </a:solidFill>
              </a:defRPr>
            </a:pPr>
            <a:r>
              <a:t>7. Evaluate VQC and Linear Regression on test set in original MW units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Algorithm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Time Complexity (Simulator): O(E × n × L × N × 2ⁿ)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  E=80 epochs, n=4 qubits, L=2 layers, N=1196 samples, 2ⁿ=16 statevector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Space Complexity: O(2ⁿ + N×n + n×L) = O(16 + 1196×4 + 4×2)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On real quantum hardware, gradients use the parameter-shift rule (2 circuit evaluations per parameter per gradient).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This project uses backpropagation on the PennyLane default.qubit simulator for speed.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Language: Python 3.14  |  Quantum Framework: PennyLane 0.45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Libraries: NumPy, Pandas, scikit-learn, Matplotlib, Streamlit, Joblib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Simulator: default.qubit (statevector, diff_method='backprop')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Web App: Streamlit with 3 tabs (Predict, Results, Circuit)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</a:defRPr>
            </a:pPr>
            <a:r>
              <a:t>@qml.qnode(dev, interface='autograd', diff_method='backprop')</a:t>
            </a:r>
            <a:br/>
            <a:r>
              <a:t>def vqc(x, weights):</a:t>
            </a:r>
            <a:br/>
            <a:r>
              <a:t>    qml.AngleEmbedding(π*x, wires=range(4), rotation='X')</a:t>
            </a:r>
            <a:br/>
            <a:r>
              <a:t>    qml.StronglyEntanglingLayers(weights, wires=range(4))</a:t>
            </a:r>
            <a:br/>
            <a:r>
              <a:t>    return qml.expval(qml.PauliZ(0))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Results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0D0E0"/>
                </a:solidFill>
              </a:defRPr>
            </a:pPr>
            <a:r>
              <a:t>Metric               VQC (Quantum)   Linear Regression</a:t>
            </a:r>
            <a:br/>
            <a:r>
              <a:t>──────────────────────────────────────────────────────</a:t>
            </a:r>
            <a:br/>
            <a:r>
              <a:t>MAE (MW)                  696.9230            226.1469</a:t>
            </a:r>
            <a:br/>
            <a:r>
              <a:t>RMSE (MW)                1092.7620            309.4397</a:t>
            </a:r>
            <a:br/>
            <a:r>
              <a:t>R²                          0.6224              0.9697</a:t>
            </a:r>
            <a:br/>
            <a:r>
              <a:t>Train time (s)                2.15              0.0038</a:t>
            </a:r>
            <a:br/>
            <a:r>
              <a:t>Parameters                      24                   5</a:t>
            </a:r>
          </a:p>
        </p:txBody>
      </p:sp>
      <p:pic>
        <p:nvPicPr>
          <p:cNvPr id="4" name="Picture 3" descr="results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7772400" cy="2743200"/>
          </a:xfrm>
          <a:prstGeom prst="rect">
            <a:avLst/>
          </a:prstGeom>
        </p:spPr>
      </p:pic>
      <p:pic>
        <p:nvPicPr>
          <p:cNvPr id="5" name="Picture 4" descr="screenshot_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05840"/>
            <a:ext cx="3474720" cy="2560320"/>
          </a:xfrm>
          <a:prstGeom prst="rect">
            <a:avLst/>
          </a:prstGeom>
        </p:spPr>
      </p:pic>
      <p:pic>
        <p:nvPicPr>
          <p:cNvPr id="6" name="Picture 5" descr="screenshot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840480"/>
            <a:ext cx="34747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Linear Regression achieves R² = 0.9697, significantly outperforming VQC (R² = 0.6224).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This is expected: with only 4 qubits, 24 parameters, and mostly linear data, the VQC cannot capture the full pattern.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The VQC's expressivity is limited by the small Hilbert space (2⁴ = 16 dimensions) on a classical simulator.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No quantum advantage is claimed. On real hardware, noise and decoherence would further degrade performance.</a:t>
            </a:r>
          </a:p>
          <a:p>
            <a:pPr>
              <a:spcAft>
                <a:spcPts val="800"/>
              </a:spcAft>
              <a:defRPr sz="1600">
                <a:solidFill>
                  <a:srgbClr val="D0D0E0"/>
                </a:solidFill>
              </a:defRPr>
            </a:pPr>
            <a:r>
              <a:t>Value: This project demonstrates a working hybrid quantum-classical ML pipeline, ready for scaling when hardware matures.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0D0E0"/>
                </a:solidFill>
              </a:defRPr>
            </a:pPr>
            <a:r>
              <a:t>Adithya Varman Nandhivarman  •  23CSE304</a:t>
            </a:r>
            <a:br/>
            <a:r>
              <a:t>Quantum AI-based Electricity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0D0E0"/>
                </a:solidFill>
              </a:defRPr>
            </a:pPr>
            <a:r>
              <a:t>References:</a:t>
            </a:r>
            <a:br/>
            <a:r>
              <a:t>• PennyLane Documentation — https://docs.pennylane.ai</a:t>
            </a:r>
            <a:br/>
            <a:r>
              <a:t>• AEP Hourly Dataset — Kaggle (PJM Interconnection)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